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12192000" cy="6858000"/>
  <p:notesSz cx="6858000" cy="9144000"/>
  <p:defaultTextStyle>
    <a:defPPr>
      <a:defRPr lang="mr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2E25-50DA-7434-9546-7DA4534C7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A0E3D-AEDE-D9B6-B149-5E03ECCA8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mr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D0705-4CDB-B2F8-102A-EA72BBB0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A4274-7469-E088-28E0-80A4EAAC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566F-08A9-2A78-F00E-52567317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0223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6C1C-5D02-09C7-BE56-65A24101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A9F46-6E1B-5BB8-86B0-7AA864D6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667FA-D9E2-B574-56AD-6C2B85A8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63945-BDBF-C7E9-9191-17B0EDDA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6E79C-22DA-4AB3-1074-B423616D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12195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AC51-1CB4-1287-CBED-00B53A94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E70BA-6FAD-0A8A-1A12-12E6E70EE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21E32-8BCC-206C-33B6-CDC4D95D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8F76C-270E-0DEE-8BD9-C15E138F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40874-DFD1-1854-3C2F-8A94C9C3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226210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2192-69BB-689A-BB04-ED36D752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2264-D8E7-4F99-718D-FA0A681C3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494D0-7FD7-0B9F-B68B-EA5A3C7FF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3F8B2-C817-5868-29DD-21C3A9A5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80088-08A4-4BA7-E080-C0986B8C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B7718-6AD3-6129-6B0A-201A1127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428549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43D7-533E-1BB8-BA9D-4B214684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96114-2676-15B5-22F9-83F2E0A7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7A53B-39D6-5577-C4BD-078808911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7F10F-1AD0-A6ED-C840-C136F74A9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07CD1-56ED-68DD-7A43-C74BC7B12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C9930F-C68B-34A0-57EB-7200BFD0E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D70104-6B52-26F5-DB52-D6B73736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9788B-A807-E08E-9DBA-52A3F9EA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43959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D99C-FC09-DA34-92FE-05BDA63D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AE3D2-8619-7091-7DF0-7EFE7A23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9AACC-C824-9BA1-EE03-F45C4C0A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550F5-BB8B-535E-48C0-ABA5D877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966588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263FA-7164-7BCE-D207-406FCD8F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42C44-3917-E410-5D57-8CF850F4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F5984-2371-822B-5437-ED6B60FF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79957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2834-B463-D2EF-8882-5C9EB99D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AB4DD-E6ED-F89A-3B2C-8FC0E370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6AD51-8ECC-6C68-6AA7-1940D404B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119DC-8522-E3C0-FBC1-8180488D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A623A-931B-D19B-D406-4B853C5B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6F057-B03D-EEE2-AB99-94453758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238119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7391-D13F-6EE1-8539-CE5DB76C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D5930-BDEF-727E-9B48-96D5686B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r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B86F4-C28E-9081-9D27-AB0E737A2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171FE-0B0C-CD52-55EC-B514D256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57ACD-C991-BE32-046C-D9A3DB03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C2E3-966A-DDCF-D23E-30897367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85651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8979-BCC5-B1FC-8B3D-A5BB4310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40234-22E1-20FF-4009-CDE7AA939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AAEA2-9767-436C-CE0F-DA5C8CFA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6A38-39FC-1E0A-944C-1A8614D1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A880-B8E5-2D63-50E2-3F3B1DB6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266758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28FAA-B8AE-A4BB-7674-76FC81F2B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8A3AC-296A-B2FA-E177-6CC68479E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70BFB-1905-28C6-E324-3D36A9CD6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C7A4-AD8F-54CF-01FC-29160B53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03FE5-6CC2-F4C4-26E9-96FF5A18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97063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A9A8B-941C-7E6A-482C-EFFA3C19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mr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BA801-CA2C-D061-A578-BD2E312E8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r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181A4-96BB-2A04-13A7-B4340D8C2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062B1-6236-4C14-88D4-942E571D1F34}" type="datetimeFigureOut">
              <a:rPr lang="mr-IN" smtClean="0"/>
              <a:t>12-08-2026</a:t>
            </a:fld>
            <a:endParaRPr lang="mr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12D6-9752-1339-59CE-316606DA7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r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B94DA-3FD6-3E54-3CE5-CFFC37C10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77049-C5DC-4A24-A180-48B008DE8538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85058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mr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9E500-9210-0B6C-C7FC-299B4B70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A9CF098-C881-C37B-AB84-E877D21A06B5}"/>
              </a:ext>
            </a:extLst>
          </p:cNvPr>
          <p:cNvGrpSpPr/>
          <p:nvPr/>
        </p:nvGrpSpPr>
        <p:grpSpPr>
          <a:xfrm>
            <a:off x="88490" y="1477763"/>
            <a:ext cx="2084439" cy="5301579"/>
            <a:chOff x="88490" y="1676400"/>
            <a:chExt cx="2084439" cy="510294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6E02011-FEF4-13C2-4615-E859EBE81FDF}"/>
                </a:ext>
              </a:extLst>
            </p:cNvPr>
            <p:cNvSpPr/>
            <p:nvPr/>
          </p:nvSpPr>
          <p:spPr>
            <a:xfrm>
              <a:off x="88490" y="1676400"/>
              <a:ext cx="2084439" cy="5102942"/>
            </a:xfrm>
            <a:prstGeom prst="roundRect">
              <a:avLst>
                <a:gd name="adj" fmla="val 2516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r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6CAD92C-21EE-3D2B-1773-E0B0A10B8C66}"/>
                </a:ext>
              </a:extLst>
            </p:cNvPr>
            <p:cNvGrpSpPr/>
            <p:nvPr/>
          </p:nvGrpSpPr>
          <p:grpSpPr>
            <a:xfrm>
              <a:off x="206477" y="1809873"/>
              <a:ext cx="1892710" cy="4846566"/>
              <a:chOff x="206477" y="1809873"/>
              <a:chExt cx="1892710" cy="484656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8B860F9-17FD-589A-5C5D-2FC5AF13799A}"/>
                  </a:ext>
                </a:extLst>
              </p:cNvPr>
              <p:cNvSpPr/>
              <p:nvPr/>
            </p:nvSpPr>
            <p:spPr>
              <a:xfrm>
                <a:off x="206477" y="1809873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1EB49CD-6B5F-B59C-ED1E-07DB9CE65CEC}"/>
                  </a:ext>
                </a:extLst>
              </p:cNvPr>
              <p:cNvSpPr/>
              <p:nvPr/>
            </p:nvSpPr>
            <p:spPr>
              <a:xfrm>
                <a:off x="206477" y="2641534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23BDD74-F816-E036-A594-6415A58513D4}"/>
                  </a:ext>
                </a:extLst>
              </p:cNvPr>
              <p:cNvSpPr/>
              <p:nvPr/>
            </p:nvSpPr>
            <p:spPr>
              <a:xfrm>
                <a:off x="206477" y="5968180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A1C04550-AE2A-5DC7-9558-EABC596DFA9B}"/>
                  </a:ext>
                </a:extLst>
              </p:cNvPr>
              <p:cNvSpPr/>
              <p:nvPr/>
            </p:nvSpPr>
            <p:spPr>
              <a:xfrm>
                <a:off x="206477" y="5136517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676581A-3198-4B0E-9E86-CF6D3CBB0607}"/>
                  </a:ext>
                </a:extLst>
              </p:cNvPr>
              <p:cNvSpPr/>
              <p:nvPr/>
            </p:nvSpPr>
            <p:spPr>
              <a:xfrm>
                <a:off x="206477" y="3473195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KPIS</a:t>
                </a:r>
                <a:endParaRPr lang="mr-IN" dirty="0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8A96167-B02A-DB06-1220-0A07D46A69F1}"/>
                  </a:ext>
                </a:extLst>
              </p:cNvPr>
              <p:cNvSpPr/>
              <p:nvPr/>
            </p:nvSpPr>
            <p:spPr>
              <a:xfrm>
                <a:off x="206477" y="4304856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788E1B-6216-306B-CDDE-ACF644DF121B}"/>
              </a:ext>
            </a:extLst>
          </p:cNvPr>
          <p:cNvSpPr/>
          <p:nvPr/>
        </p:nvSpPr>
        <p:spPr>
          <a:xfrm>
            <a:off x="88490" y="78658"/>
            <a:ext cx="11985523" cy="1229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demographic</a:t>
            </a:r>
            <a:endParaRPr lang="mr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A45EF7-7A58-8AE4-062D-404BB34672F1}"/>
              </a:ext>
            </a:extLst>
          </p:cNvPr>
          <p:cNvSpPr/>
          <p:nvPr/>
        </p:nvSpPr>
        <p:spPr>
          <a:xfrm>
            <a:off x="9989574" y="1456008"/>
            <a:ext cx="2084439" cy="5301579"/>
          </a:xfrm>
          <a:prstGeom prst="roundRect">
            <a:avLst>
              <a:gd name="adj" fmla="val 251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Slicers</a:t>
            </a:r>
            <a:endParaRPr lang="mr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B3B82F-F859-CF70-37AF-F6D91F2765F4}"/>
              </a:ext>
            </a:extLst>
          </p:cNvPr>
          <p:cNvSpPr/>
          <p:nvPr/>
        </p:nvSpPr>
        <p:spPr>
          <a:xfrm>
            <a:off x="2330244" y="5310408"/>
            <a:ext cx="7502013" cy="1452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 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FF72B9-EDCC-EC1C-8B41-84F28847E88B}"/>
              </a:ext>
            </a:extLst>
          </p:cNvPr>
          <p:cNvSpPr/>
          <p:nvPr/>
        </p:nvSpPr>
        <p:spPr>
          <a:xfrm>
            <a:off x="2477729" y="1477763"/>
            <a:ext cx="2939845" cy="1875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Pie chart</a:t>
            </a:r>
            <a:endParaRPr lang="mr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D185A-7409-E026-95A2-EDFD3CB2F2E6}"/>
              </a:ext>
            </a:extLst>
          </p:cNvPr>
          <p:cNvSpPr/>
          <p:nvPr/>
        </p:nvSpPr>
        <p:spPr>
          <a:xfrm>
            <a:off x="5687961" y="1454457"/>
            <a:ext cx="4026310" cy="1875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Heat map</a:t>
            </a:r>
            <a:endParaRPr lang="mr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4EEB1A-CED5-7A1A-E66D-B0C72B3FD05E}"/>
              </a:ext>
            </a:extLst>
          </p:cNvPr>
          <p:cNvSpPr/>
          <p:nvPr/>
        </p:nvSpPr>
        <p:spPr>
          <a:xfrm>
            <a:off x="2354825" y="3500525"/>
            <a:ext cx="7452852" cy="1717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  <a:endParaRPr lang="mr-IN" dirty="0"/>
          </a:p>
        </p:txBody>
      </p:sp>
    </p:spTree>
    <p:extLst>
      <p:ext uri="{BB962C8B-B14F-4D97-AF65-F5344CB8AC3E}">
        <p14:creationId xmlns:p14="http://schemas.microsoft.com/office/powerpoint/2010/main" val="328158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60179-9250-AE2B-153A-AB688FA1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4A91DBB-AB9C-2980-65D4-028B0E22480F}"/>
              </a:ext>
            </a:extLst>
          </p:cNvPr>
          <p:cNvGrpSpPr/>
          <p:nvPr/>
        </p:nvGrpSpPr>
        <p:grpSpPr>
          <a:xfrm>
            <a:off x="88490" y="1477763"/>
            <a:ext cx="2084439" cy="5301579"/>
            <a:chOff x="88490" y="1676400"/>
            <a:chExt cx="2084439" cy="510294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1912A51-CEFF-71C1-22C5-70B21CBC4267}"/>
                </a:ext>
              </a:extLst>
            </p:cNvPr>
            <p:cNvSpPr/>
            <p:nvPr/>
          </p:nvSpPr>
          <p:spPr>
            <a:xfrm>
              <a:off x="88490" y="1676400"/>
              <a:ext cx="2084439" cy="5102942"/>
            </a:xfrm>
            <a:prstGeom prst="roundRect">
              <a:avLst>
                <a:gd name="adj" fmla="val 2516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r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360F7C4-7FED-4AD9-6693-0BE4FB0C0BCC}"/>
                </a:ext>
              </a:extLst>
            </p:cNvPr>
            <p:cNvGrpSpPr/>
            <p:nvPr/>
          </p:nvGrpSpPr>
          <p:grpSpPr>
            <a:xfrm>
              <a:off x="206477" y="1809873"/>
              <a:ext cx="1892710" cy="4846566"/>
              <a:chOff x="206477" y="1809873"/>
              <a:chExt cx="1892710" cy="484656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766F8C8-7283-2D1C-B08A-D544D933E9A5}"/>
                  </a:ext>
                </a:extLst>
              </p:cNvPr>
              <p:cNvSpPr/>
              <p:nvPr/>
            </p:nvSpPr>
            <p:spPr>
              <a:xfrm>
                <a:off x="206477" y="1809873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D4EAA56-DC2C-092A-CE98-2B7E8EA4DB42}"/>
                  </a:ext>
                </a:extLst>
              </p:cNvPr>
              <p:cNvSpPr/>
              <p:nvPr/>
            </p:nvSpPr>
            <p:spPr>
              <a:xfrm>
                <a:off x="206477" y="2641534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5B51ED9-AE9D-E680-0B02-254C721F88E1}"/>
                  </a:ext>
                </a:extLst>
              </p:cNvPr>
              <p:cNvSpPr/>
              <p:nvPr/>
            </p:nvSpPr>
            <p:spPr>
              <a:xfrm>
                <a:off x="206477" y="5968180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22BFB77-A354-FE48-2A1F-D5832FAB4119}"/>
                  </a:ext>
                </a:extLst>
              </p:cNvPr>
              <p:cNvSpPr/>
              <p:nvPr/>
            </p:nvSpPr>
            <p:spPr>
              <a:xfrm>
                <a:off x="206477" y="5136517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14A074F-32C2-ABF1-4937-6DE580EBF326}"/>
                  </a:ext>
                </a:extLst>
              </p:cNvPr>
              <p:cNvSpPr/>
              <p:nvPr/>
            </p:nvSpPr>
            <p:spPr>
              <a:xfrm>
                <a:off x="206477" y="3473195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KPIS</a:t>
                </a:r>
                <a:endParaRPr lang="mr-IN" dirty="0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51B6941-2C3D-79D3-4ECE-B96F23F89E67}"/>
                  </a:ext>
                </a:extLst>
              </p:cNvPr>
              <p:cNvSpPr/>
              <p:nvPr/>
            </p:nvSpPr>
            <p:spPr>
              <a:xfrm>
                <a:off x="206477" y="4304856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5C33F1-8B4D-0E39-36D1-6F10992089AA}"/>
              </a:ext>
            </a:extLst>
          </p:cNvPr>
          <p:cNvSpPr/>
          <p:nvPr/>
        </p:nvSpPr>
        <p:spPr>
          <a:xfrm>
            <a:off x="88490" y="78658"/>
            <a:ext cx="11985523" cy="1229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Regional Geographic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C13F89-6C84-49EA-7A9C-FA1B97C65454}"/>
              </a:ext>
            </a:extLst>
          </p:cNvPr>
          <p:cNvSpPr/>
          <p:nvPr/>
        </p:nvSpPr>
        <p:spPr>
          <a:xfrm>
            <a:off x="9989574" y="1456008"/>
            <a:ext cx="2084439" cy="5301579"/>
          </a:xfrm>
          <a:prstGeom prst="roundRect">
            <a:avLst>
              <a:gd name="adj" fmla="val 251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Slicers</a:t>
            </a:r>
            <a:endParaRPr lang="mr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A5200-8F43-F0D7-CF50-CD233423170C}"/>
              </a:ext>
            </a:extLst>
          </p:cNvPr>
          <p:cNvSpPr/>
          <p:nvPr/>
        </p:nvSpPr>
        <p:spPr>
          <a:xfrm>
            <a:off x="2369574" y="1477763"/>
            <a:ext cx="3136491" cy="1717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Scatter plot</a:t>
            </a:r>
            <a:endParaRPr lang="mr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E0A83-A458-8663-8F2D-3484FB084FFA}"/>
              </a:ext>
            </a:extLst>
          </p:cNvPr>
          <p:cNvSpPr/>
          <p:nvPr/>
        </p:nvSpPr>
        <p:spPr>
          <a:xfrm>
            <a:off x="5643716" y="1477763"/>
            <a:ext cx="4178710" cy="1717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  <a:endParaRPr lang="mr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71955-C835-AEC0-C984-3F0E021A29AD}"/>
              </a:ext>
            </a:extLst>
          </p:cNvPr>
          <p:cNvSpPr/>
          <p:nvPr/>
        </p:nvSpPr>
        <p:spPr>
          <a:xfrm>
            <a:off x="2369574" y="3344500"/>
            <a:ext cx="7452852" cy="1717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  <a:endParaRPr lang="mr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EB5070-C24D-4244-BBB6-84B04E304BCB}"/>
              </a:ext>
            </a:extLst>
          </p:cNvPr>
          <p:cNvSpPr/>
          <p:nvPr/>
        </p:nvSpPr>
        <p:spPr>
          <a:xfrm>
            <a:off x="2369574" y="5232326"/>
            <a:ext cx="7502013" cy="1452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 chart</a:t>
            </a:r>
          </a:p>
        </p:txBody>
      </p:sp>
    </p:spTree>
    <p:extLst>
      <p:ext uri="{BB962C8B-B14F-4D97-AF65-F5344CB8AC3E}">
        <p14:creationId xmlns:p14="http://schemas.microsoft.com/office/powerpoint/2010/main" val="138652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1D12-1298-D197-330C-5F8BCA2F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910FD9D-DE5C-60EB-953E-ACE72BA753D5}"/>
              </a:ext>
            </a:extLst>
          </p:cNvPr>
          <p:cNvGrpSpPr/>
          <p:nvPr/>
        </p:nvGrpSpPr>
        <p:grpSpPr>
          <a:xfrm>
            <a:off x="88490" y="1477763"/>
            <a:ext cx="2084439" cy="5301579"/>
            <a:chOff x="88490" y="1676400"/>
            <a:chExt cx="2084439" cy="510294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3C27C9D-8524-D888-7724-7764201D5D5B}"/>
                </a:ext>
              </a:extLst>
            </p:cNvPr>
            <p:cNvSpPr/>
            <p:nvPr/>
          </p:nvSpPr>
          <p:spPr>
            <a:xfrm>
              <a:off x="88490" y="1676400"/>
              <a:ext cx="2084439" cy="5102942"/>
            </a:xfrm>
            <a:prstGeom prst="roundRect">
              <a:avLst>
                <a:gd name="adj" fmla="val 2516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mr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2D01878-E34E-02B4-07EF-1935AFF1FAD8}"/>
                </a:ext>
              </a:extLst>
            </p:cNvPr>
            <p:cNvGrpSpPr/>
            <p:nvPr/>
          </p:nvGrpSpPr>
          <p:grpSpPr>
            <a:xfrm>
              <a:off x="206477" y="1809873"/>
              <a:ext cx="1892710" cy="4846566"/>
              <a:chOff x="206477" y="1809873"/>
              <a:chExt cx="1892710" cy="484656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F66BA7E-B909-52B3-5049-6028BF99C93F}"/>
                  </a:ext>
                </a:extLst>
              </p:cNvPr>
              <p:cNvSpPr/>
              <p:nvPr/>
            </p:nvSpPr>
            <p:spPr>
              <a:xfrm>
                <a:off x="206477" y="1809873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69ECB16-8213-D643-3433-0FD76C384793}"/>
                  </a:ext>
                </a:extLst>
              </p:cNvPr>
              <p:cNvSpPr/>
              <p:nvPr/>
            </p:nvSpPr>
            <p:spPr>
              <a:xfrm>
                <a:off x="206477" y="2641534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592F839-091C-23E5-C94F-88EBA3959733}"/>
                  </a:ext>
                </a:extLst>
              </p:cNvPr>
              <p:cNvSpPr/>
              <p:nvPr/>
            </p:nvSpPr>
            <p:spPr>
              <a:xfrm>
                <a:off x="206477" y="5968180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A727049-386B-CEE5-7311-1AC5191885F2}"/>
                  </a:ext>
                </a:extLst>
              </p:cNvPr>
              <p:cNvSpPr/>
              <p:nvPr/>
            </p:nvSpPr>
            <p:spPr>
              <a:xfrm>
                <a:off x="206477" y="5136517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73EB81C-A873-AC62-DFFA-6FBD8F304BB7}"/>
                  </a:ext>
                </a:extLst>
              </p:cNvPr>
              <p:cNvSpPr/>
              <p:nvPr/>
            </p:nvSpPr>
            <p:spPr>
              <a:xfrm>
                <a:off x="206477" y="3473195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KPIS</a:t>
                </a:r>
                <a:endParaRPr lang="mr-IN" dirty="0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F9B665C-01D0-BDB5-8A54-EEFB2698BD4C}"/>
                  </a:ext>
                </a:extLst>
              </p:cNvPr>
              <p:cNvSpPr/>
              <p:nvPr/>
            </p:nvSpPr>
            <p:spPr>
              <a:xfrm>
                <a:off x="206477" y="4304856"/>
                <a:ext cx="1892710" cy="68825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mr-IN"/>
              </a:p>
            </p:txBody>
          </p:sp>
        </p:grp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ED52C1-0687-0112-06C7-D4804065CC97}"/>
              </a:ext>
            </a:extLst>
          </p:cNvPr>
          <p:cNvSpPr/>
          <p:nvPr/>
        </p:nvSpPr>
        <p:spPr>
          <a:xfrm>
            <a:off x="88490" y="78658"/>
            <a:ext cx="11985523" cy="12290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&amp; Category</a:t>
            </a:r>
            <a:endParaRPr lang="mr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5A6D1E-0D03-F85B-C3CF-C08C21AB747D}"/>
              </a:ext>
            </a:extLst>
          </p:cNvPr>
          <p:cNvSpPr/>
          <p:nvPr/>
        </p:nvSpPr>
        <p:spPr>
          <a:xfrm>
            <a:off x="2290916" y="1396884"/>
            <a:ext cx="7502013" cy="14520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 chart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6D8900-3FC2-1B6F-7398-1E215A7C8F98}"/>
              </a:ext>
            </a:extLst>
          </p:cNvPr>
          <p:cNvSpPr/>
          <p:nvPr/>
        </p:nvSpPr>
        <p:spPr>
          <a:xfrm>
            <a:off x="2290916" y="2997165"/>
            <a:ext cx="2984090" cy="22032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 visual</a:t>
            </a:r>
            <a:endParaRPr lang="mr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078B62-0904-18E2-1D75-F5716DDEFD38}"/>
              </a:ext>
            </a:extLst>
          </p:cNvPr>
          <p:cNvSpPr/>
          <p:nvPr/>
        </p:nvSpPr>
        <p:spPr>
          <a:xfrm>
            <a:off x="2290916" y="5294556"/>
            <a:ext cx="2379407" cy="1392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CB1D28-0BC4-4757-7A93-716D8801349C}"/>
              </a:ext>
            </a:extLst>
          </p:cNvPr>
          <p:cNvSpPr/>
          <p:nvPr/>
        </p:nvSpPr>
        <p:spPr>
          <a:xfrm>
            <a:off x="9989574" y="1456008"/>
            <a:ext cx="2084439" cy="5301579"/>
          </a:xfrm>
          <a:prstGeom prst="roundRect">
            <a:avLst>
              <a:gd name="adj" fmla="val 251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Slicers</a:t>
            </a:r>
            <a:endParaRPr lang="mr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F25469-35AC-51C4-1A3D-7106F2CC6FF7}"/>
              </a:ext>
            </a:extLst>
          </p:cNvPr>
          <p:cNvSpPr/>
          <p:nvPr/>
        </p:nvSpPr>
        <p:spPr>
          <a:xfrm>
            <a:off x="5348748" y="2953917"/>
            <a:ext cx="4296697" cy="22465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Heatmap</a:t>
            </a:r>
            <a:endParaRPr lang="mr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708B2-1382-B074-D353-B73085B89E8F}"/>
              </a:ext>
            </a:extLst>
          </p:cNvPr>
          <p:cNvSpPr/>
          <p:nvPr/>
        </p:nvSpPr>
        <p:spPr>
          <a:xfrm>
            <a:off x="4778477" y="5294556"/>
            <a:ext cx="2379407" cy="1392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59DEA1-FCAA-7FA6-A852-211523C3F71F}"/>
              </a:ext>
            </a:extLst>
          </p:cNvPr>
          <p:cNvSpPr/>
          <p:nvPr/>
        </p:nvSpPr>
        <p:spPr>
          <a:xfrm>
            <a:off x="7266038" y="5294556"/>
            <a:ext cx="2379407" cy="1392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Bar chart</a:t>
            </a:r>
          </a:p>
        </p:txBody>
      </p:sp>
    </p:spTree>
    <p:extLst>
      <p:ext uri="{BB962C8B-B14F-4D97-AF65-F5344CB8AC3E}">
        <p14:creationId xmlns:p14="http://schemas.microsoft.com/office/powerpoint/2010/main" val="170451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40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Yadav</dc:creator>
  <cp:lastModifiedBy>Omkar Yadav</cp:lastModifiedBy>
  <cp:revision>1</cp:revision>
  <dcterms:created xsi:type="dcterms:W3CDTF">2026-08-12T07:20:35Z</dcterms:created>
  <dcterms:modified xsi:type="dcterms:W3CDTF">2026-08-12T08:25:32Z</dcterms:modified>
</cp:coreProperties>
</file>